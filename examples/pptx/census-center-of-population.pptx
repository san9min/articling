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304" r:id="rId3"/>
    <p:sldId id="303" r:id="rId4"/>
    <p:sldId id="302" r:id="rId5"/>
    <p:sldId id="301" r:id="rId6"/>
    <p:sldId id="300" r:id="rId7"/>
    <p:sldId id="299" r:id="rId8"/>
    <p:sldId id="298" r:id="rId9"/>
    <p:sldId id="297" r:id="rId10"/>
    <p:sldId id="296" r:id="rId11"/>
    <p:sldId id="295" r:id="rId12"/>
    <p:sldId id="294" r:id="rId13"/>
    <p:sldId id="293" r:id="rId14"/>
    <p:sldId id="292" r:id="rId15"/>
    <p:sldId id="291" r:id="rId16"/>
    <p:sldId id="290" r:id="rId17"/>
    <p:sldId id="289" r:id="rId18"/>
    <p:sldId id="288" r:id="rId19"/>
    <p:sldId id="287" r:id="rId20"/>
    <p:sldId id="286" r:id="rId21"/>
    <p:sldId id="285" r:id="rId22"/>
    <p:sldId id="284" r:id="rId23"/>
    <p:sldId id="283" r:id="rId24"/>
    <p:sldId id="30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D09"/>
    <a:srgbClr val="030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3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2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6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8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6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10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4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7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5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8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5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293B2-140D-4D0F-B905-87601B9BB833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8D9AF-C2FB-49EA-B1BE-D12F03232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3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1790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109CE-664F-4242-9F86-D87185D01F2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62F91B53-4D18-4B42-AAB2-CFC70E7AE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69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54BC9-E179-4D84-BE35-8CB4E667BAD0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16" name="Picture 15" descr="Logo&#10;&#10;Description automatically generated with low confidence">
            <a:extLst>
              <a:ext uri="{FF2B5EF4-FFF2-40B4-BE49-F238E27FC236}">
                <a16:creationId xmlns:a16="http://schemas.microsoft.com/office/drawing/2014/main" id="{8ED8CCEE-A515-4922-A1E1-399F4979F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51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10E65-C2B4-4EC4-9ED8-6A5C45EF6C7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18" name="Picture 17" descr="Logo&#10;&#10;Description automatically generated with low confidence">
            <a:extLst>
              <a:ext uri="{FF2B5EF4-FFF2-40B4-BE49-F238E27FC236}">
                <a16:creationId xmlns:a16="http://schemas.microsoft.com/office/drawing/2014/main" id="{25E18A1F-6949-4721-BE90-AE810921B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57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1830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BACB2-813C-4E44-8F03-DBCAB55AFB6C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18" name="Picture 17" descr="Logo&#10;&#10;Description automatically generated with low confidence">
            <a:extLst>
              <a:ext uri="{FF2B5EF4-FFF2-40B4-BE49-F238E27FC236}">
                <a16:creationId xmlns:a16="http://schemas.microsoft.com/office/drawing/2014/main" id="{ADCEE521-5438-4C08-8509-592AD5D38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8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1840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FB7F68-407A-4655-B65B-8A4778B0A2D4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21" name="Picture 20" descr="Logo&#10;&#10;Description automatically generated with low confidence">
            <a:extLst>
              <a:ext uri="{FF2B5EF4-FFF2-40B4-BE49-F238E27FC236}">
                <a16:creationId xmlns:a16="http://schemas.microsoft.com/office/drawing/2014/main" id="{E6EDF378-B8DA-426A-8B3B-1CF6DB237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60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1850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CF32F0-F7EE-4DEC-837F-D43EBE80D9A3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27" name="Picture 26" descr="Logo&#10;&#10;Description automatically generated with low confidence">
            <a:extLst>
              <a:ext uri="{FF2B5EF4-FFF2-40B4-BE49-F238E27FC236}">
                <a16:creationId xmlns:a16="http://schemas.microsoft.com/office/drawing/2014/main" id="{E12C7DFF-B1C4-497A-9917-C77968805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1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1860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261B99-2374-4490-9B6D-47F3786619F5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27" name="Picture 26" descr="Logo&#10;&#10;Description automatically generated with low confidence">
            <a:extLst>
              <a:ext uri="{FF2B5EF4-FFF2-40B4-BE49-F238E27FC236}">
                <a16:creationId xmlns:a16="http://schemas.microsoft.com/office/drawing/2014/main" id="{FD95560C-0A48-4537-A6CC-EC672681B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4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1870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5D736-288C-4015-A58B-C6FA499CE84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0" name="Picture 29" descr="Logo&#10;&#10;Description automatically generated with low confidence">
            <a:extLst>
              <a:ext uri="{FF2B5EF4-FFF2-40B4-BE49-F238E27FC236}">
                <a16:creationId xmlns:a16="http://schemas.microsoft.com/office/drawing/2014/main" id="{AD3E57D6-52D7-42F0-9F1D-E78A17047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70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1880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1870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C6331-35B1-4373-8DF5-46C387356FE0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3" name="Picture 32" descr="Logo&#10;&#10;Description automatically generated with low confidence">
            <a:extLst>
              <a:ext uri="{FF2B5EF4-FFF2-40B4-BE49-F238E27FC236}">
                <a16:creationId xmlns:a16="http://schemas.microsoft.com/office/drawing/2014/main" id="{092AE5FA-2D97-4164-8CE1-60387B1CE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52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1890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897402-3451-455C-9A4A-14127FD73282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3" name="Picture 32" descr="Logo&#10;&#10;Description automatically generated with low confidence">
            <a:extLst>
              <a:ext uri="{FF2B5EF4-FFF2-40B4-BE49-F238E27FC236}">
                <a16:creationId xmlns:a16="http://schemas.microsoft.com/office/drawing/2014/main" id="{AB1007AB-BB8C-4F28-9EB6-BB2A16D25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93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1890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7E3AD0-4738-4622-B316-403AC12D8075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6" name="Picture 35" descr="Logo&#10;&#10;Description automatically generated with low confidence">
            <a:extLst>
              <a:ext uri="{FF2B5EF4-FFF2-40B4-BE49-F238E27FC236}">
                <a16:creationId xmlns:a16="http://schemas.microsoft.com/office/drawing/2014/main" id="{E3227004-0A89-411C-A0EB-B3444B702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2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14EA49-A6C2-48D6-A8CB-8CF04FDAC425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9" name="Picture 38" descr="Logo&#10;&#10;Description automatically generated with low confidence">
            <a:extLst>
              <a:ext uri="{FF2B5EF4-FFF2-40B4-BE49-F238E27FC236}">
                <a16:creationId xmlns:a16="http://schemas.microsoft.com/office/drawing/2014/main" id="{0EAA3296-00BC-4DAF-8182-8687F1356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07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D43EFD-E578-4E80-85B3-060BBC8AF709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39" name="Picture 38" descr="Logo&#10;&#10;Description automatically generated with low confidence">
            <a:extLst>
              <a:ext uri="{FF2B5EF4-FFF2-40B4-BE49-F238E27FC236}">
                <a16:creationId xmlns:a16="http://schemas.microsoft.com/office/drawing/2014/main" id="{28EA63F5-BE27-421E-8287-B6F35B5D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69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1930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1920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F50923-BDFC-4BBD-BED7-1C2B8D08D588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42" name="Picture 41" descr="Logo&#10;&#10;Description automatically generated with low confidence">
            <a:extLst>
              <a:ext uri="{FF2B5EF4-FFF2-40B4-BE49-F238E27FC236}">
                <a16:creationId xmlns:a16="http://schemas.microsoft.com/office/drawing/2014/main" id="{2F3DBF71-7D55-4559-B7E6-8B3406C59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6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1940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1930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D9DB68-5315-4080-B4EF-021FD811E601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45" name="Picture 44" descr="Logo&#10;&#10;Description automatically generated with low confidence">
            <a:extLst>
              <a:ext uri="{FF2B5EF4-FFF2-40B4-BE49-F238E27FC236}">
                <a16:creationId xmlns:a16="http://schemas.microsoft.com/office/drawing/2014/main" id="{E45F0C70-E9F0-4AA2-A323-1D102DBD6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57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1950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A41E21-1E02-4063-86E9-BC033E2F5776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45" name="Picture 44" descr="Logo&#10;&#10;Description automatically generated with low confidence">
            <a:extLst>
              <a:ext uri="{FF2B5EF4-FFF2-40B4-BE49-F238E27FC236}">
                <a16:creationId xmlns:a16="http://schemas.microsoft.com/office/drawing/2014/main" id="{1A45E135-691E-4323-B921-399859CE3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53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1960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1950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6FE973-C39A-45AC-AC1A-E2003445BE81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48" name="Picture 47" descr="Logo&#10;&#10;Description automatically generated with low confidence">
            <a:extLst>
              <a:ext uri="{FF2B5EF4-FFF2-40B4-BE49-F238E27FC236}">
                <a16:creationId xmlns:a16="http://schemas.microsoft.com/office/drawing/2014/main" id="{A3EEC5EF-5B55-425C-A77E-B07D181DE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09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1970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5FB9C2-82FD-4B2A-8DB3-00DD81BEA241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51" name="Picture 50" descr="Logo&#10;&#10;Description automatically generated with low confidence">
            <a:extLst>
              <a:ext uri="{FF2B5EF4-FFF2-40B4-BE49-F238E27FC236}">
                <a16:creationId xmlns:a16="http://schemas.microsoft.com/office/drawing/2014/main" id="{B1FDBCBE-E8D7-4F88-97BC-DBDF572A8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19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1980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1970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B97A15-3563-4275-B04F-CA80A13D392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51" name="Picture 50" descr="Logo&#10;&#10;Description automatically generated with low confidence">
            <a:extLst>
              <a:ext uri="{FF2B5EF4-FFF2-40B4-BE49-F238E27FC236}">
                <a16:creationId xmlns:a16="http://schemas.microsoft.com/office/drawing/2014/main" id="{87357910-18D9-4FBF-8E48-159BADF7A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90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1980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A06773A-2DC0-4D31-8B1F-68E8EECDD048}"/>
              </a:ext>
            </a:extLst>
          </p:cNvPr>
          <p:cNvCxnSpPr>
            <a:cxnSpLocks/>
          </p:cNvCxnSpPr>
          <p:nvPr/>
        </p:nvCxnSpPr>
        <p:spPr>
          <a:xfrm rot="14580000">
            <a:off x="6697509" y="2257269"/>
            <a:ext cx="0" cy="398678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63FCD-5AD0-446C-BC68-B108477241C7}"/>
              </a:ext>
            </a:extLst>
          </p:cNvPr>
          <p:cNvSpPr txBox="1"/>
          <p:nvPr/>
        </p:nvSpPr>
        <p:spPr>
          <a:xfrm>
            <a:off x="4701712" y="493638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1990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1980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BB488-0973-473E-A2AF-EDA6E05BC8B0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57" name="Picture 56" descr="Logo&#10;&#10;Description automatically generated with low confidence">
            <a:extLst>
              <a:ext uri="{FF2B5EF4-FFF2-40B4-BE49-F238E27FC236}">
                <a16:creationId xmlns:a16="http://schemas.microsoft.com/office/drawing/2014/main" id="{28406B11-F9EB-49A3-994E-7EFE6ED71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3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1980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A06773A-2DC0-4D31-8B1F-68E8EECDD048}"/>
              </a:ext>
            </a:extLst>
          </p:cNvPr>
          <p:cNvCxnSpPr>
            <a:cxnSpLocks/>
          </p:cNvCxnSpPr>
          <p:nvPr/>
        </p:nvCxnSpPr>
        <p:spPr>
          <a:xfrm rot="14580000">
            <a:off x="6697509" y="2257269"/>
            <a:ext cx="0" cy="39867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63FCD-5AD0-446C-BC68-B108477241C7}"/>
              </a:ext>
            </a:extLst>
          </p:cNvPr>
          <p:cNvSpPr txBox="1"/>
          <p:nvPr/>
        </p:nvSpPr>
        <p:spPr>
          <a:xfrm>
            <a:off x="4701712" y="493638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1990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2B438A-1597-462A-878B-8B678DCEC1DC}"/>
              </a:ext>
            </a:extLst>
          </p:cNvPr>
          <p:cNvCxnSpPr>
            <a:cxnSpLocks/>
          </p:cNvCxnSpPr>
          <p:nvPr/>
        </p:nvCxnSpPr>
        <p:spPr>
          <a:xfrm rot="15000000">
            <a:off x="6828786" y="2203355"/>
            <a:ext cx="0" cy="3502152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394C717-F125-444A-830D-7530DE7566E5}"/>
              </a:ext>
            </a:extLst>
          </p:cNvPr>
          <p:cNvSpPr txBox="1"/>
          <p:nvPr/>
        </p:nvSpPr>
        <p:spPr>
          <a:xfrm>
            <a:off x="4954754" y="43384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2000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1990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7F257D-FEC8-4F70-A569-03AA900E51B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60" name="Picture 59" descr="Logo&#10;&#10;Description automatically generated with low confidence">
            <a:extLst>
              <a:ext uri="{FF2B5EF4-FFF2-40B4-BE49-F238E27FC236}">
                <a16:creationId xmlns:a16="http://schemas.microsoft.com/office/drawing/2014/main" id="{AFC96C8C-7034-4D9B-949D-0C6B39589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13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1980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A06773A-2DC0-4D31-8B1F-68E8EECDD048}"/>
              </a:ext>
            </a:extLst>
          </p:cNvPr>
          <p:cNvCxnSpPr>
            <a:cxnSpLocks/>
          </p:cNvCxnSpPr>
          <p:nvPr/>
        </p:nvCxnSpPr>
        <p:spPr>
          <a:xfrm rot="14580000">
            <a:off x="6697509" y="2257269"/>
            <a:ext cx="0" cy="39867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63FCD-5AD0-446C-BC68-B108477241C7}"/>
              </a:ext>
            </a:extLst>
          </p:cNvPr>
          <p:cNvSpPr txBox="1"/>
          <p:nvPr/>
        </p:nvSpPr>
        <p:spPr>
          <a:xfrm>
            <a:off x="4701712" y="493638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1990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2B438A-1597-462A-878B-8B678DCEC1DC}"/>
              </a:ext>
            </a:extLst>
          </p:cNvPr>
          <p:cNvCxnSpPr>
            <a:cxnSpLocks/>
          </p:cNvCxnSpPr>
          <p:nvPr/>
        </p:nvCxnSpPr>
        <p:spPr>
          <a:xfrm rot="15000000">
            <a:off x="6828786" y="2203355"/>
            <a:ext cx="0" cy="35021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394C717-F125-444A-830D-7530DE7566E5}"/>
              </a:ext>
            </a:extLst>
          </p:cNvPr>
          <p:cNvSpPr txBox="1"/>
          <p:nvPr/>
        </p:nvSpPr>
        <p:spPr>
          <a:xfrm>
            <a:off x="4954754" y="43384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2000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0ADED9A-3097-45D1-B4D0-E954FF04A7EA}"/>
              </a:ext>
            </a:extLst>
          </p:cNvPr>
          <p:cNvCxnSpPr>
            <a:cxnSpLocks/>
          </p:cNvCxnSpPr>
          <p:nvPr/>
        </p:nvCxnSpPr>
        <p:spPr>
          <a:xfrm rot="14280000">
            <a:off x="7467553" y="2787832"/>
            <a:ext cx="0" cy="2368296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46216A-AE7C-4A36-B92F-A1C80B298B24}"/>
              </a:ext>
            </a:extLst>
          </p:cNvPr>
          <p:cNvSpPr txBox="1"/>
          <p:nvPr/>
        </p:nvSpPr>
        <p:spPr>
          <a:xfrm>
            <a:off x="6230290" y="437851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2010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2000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AC9352-8114-4CD8-8D3E-0762710A395C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60" name="Picture 59" descr="Logo&#10;&#10;Description automatically generated with low confidence">
            <a:extLst>
              <a:ext uri="{FF2B5EF4-FFF2-40B4-BE49-F238E27FC236}">
                <a16:creationId xmlns:a16="http://schemas.microsoft.com/office/drawing/2014/main" id="{E95C8345-9DF7-4076-8A31-9831FBDF7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79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79618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1980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A06773A-2DC0-4D31-8B1F-68E8EECDD048}"/>
              </a:ext>
            </a:extLst>
          </p:cNvPr>
          <p:cNvCxnSpPr>
            <a:cxnSpLocks/>
          </p:cNvCxnSpPr>
          <p:nvPr/>
        </p:nvCxnSpPr>
        <p:spPr>
          <a:xfrm rot="14580000">
            <a:off x="6697509" y="2257269"/>
            <a:ext cx="0" cy="39867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63FCD-5AD0-446C-BC68-B108477241C7}"/>
              </a:ext>
            </a:extLst>
          </p:cNvPr>
          <p:cNvSpPr txBox="1"/>
          <p:nvPr/>
        </p:nvSpPr>
        <p:spPr>
          <a:xfrm>
            <a:off x="4701712" y="493638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1990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2B438A-1597-462A-878B-8B678DCEC1DC}"/>
              </a:ext>
            </a:extLst>
          </p:cNvPr>
          <p:cNvCxnSpPr>
            <a:cxnSpLocks/>
          </p:cNvCxnSpPr>
          <p:nvPr/>
        </p:nvCxnSpPr>
        <p:spPr>
          <a:xfrm rot="15000000">
            <a:off x="6828786" y="2203355"/>
            <a:ext cx="0" cy="35021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394C717-F125-444A-830D-7530DE7566E5}"/>
              </a:ext>
            </a:extLst>
          </p:cNvPr>
          <p:cNvSpPr txBox="1"/>
          <p:nvPr/>
        </p:nvSpPr>
        <p:spPr>
          <a:xfrm>
            <a:off x="4954754" y="43384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2000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0ADED9A-3097-45D1-B4D0-E954FF04A7EA}"/>
              </a:ext>
            </a:extLst>
          </p:cNvPr>
          <p:cNvCxnSpPr>
            <a:cxnSpLocks/>
          </p:cNvCxnSpPr>
          <p:nvPr/>
        </p:nvCxnSpPr>
        <p:spPr>
          <a:xfrm rot="14280000">
            <a:off x="7467553" y="2787832"/>
            <a:ext cx="0" cy="23682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46216A-AE7C-4A36-B92F-A1C80B298B24}"/>
              </a:ext>
            </a:extLst>
          </p:cNvPr>
          <p:cNvSpPr txBox="1"/>
          <p:nvPr/>
        </p:nvSpPr>
        <p:spPr>
          <a:xfrm>
            <a:off x="6230290" y="437851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2010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DFD39BF-B6DF-4C91-8524-67551646375E}"/>
              </a:ext>
            </a:extLst>
          </p:cNvPr>
          <p:cNvCxnSpPr>
            <a:cxnSpLocks/>
          </p:cNvCxnSpPr>
          <p:nvPr/>
        </p:nvCxnSpPr>
        <p:spPr>
          <a:xfrm rot="14040000">
            <a:off x="7991323" y="3100889"/>
            <a:ext cx="0" cy="1197864"/>
          </a:xfrm>
          <a:prstGeom prst="line">
            <a:avLst/>
          </a:prstGeom>
          <a:ln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808F82C-3FDD-429F-86BA-1FCA22E60D9E}"/>
              </a:ext>
            </a:extLst>
          </p:cNvPr>
          <p:cNvSpPr txBox="1"/>
          <p:nvPr/>
        </p:nvSpPr>
        <p:spPr>
          <a:xfrm>
            <a:off x="7257228" y="381691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otham Narrow Book" pitchFamily="50" charset="0"/>
              </a:rPr>
              <a:t>2020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2010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7348FF-B413-4D94-A0D3-89824AE9F6FA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63" name="Picture 62" descr="Logo&#10;&#10;Description automatically generated with low confidence">
            <a:extLst>
              <a:ext uri="{FF2B5EF4-FFF2-40B4-BE49-F238E27FC236}">
                <a16:creationId xmlns:a16="http://schemas.microsoft.com/office/drawing/2014/main" id="{464FED5C-9173-46DB-9EAE-F4B41122D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91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E678B-3B2C-489D-BEF9-E489F75E4E92}"/>
              </a:ext>
            </a:extLst>
          </p:cNvPr>
          <p:cNvSpPr/>
          <p:nvPr/>
        </p:nvSpPr>
        <p:spPr>
          <a:xfrm>
            <a:off x="109719" y="807714"/>
            <a:ext cx="8924562" cy="52425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6C3731-A09F-47E0-A76C-877157B5D7C2}"/>
              </a:ext>
            </a:extLst>
          </p:cNvPr>
          <p:cNvCxnSpPr>
            <a:cxnSpLocks/>
          </p:cNvCxnSpPr>
          <p:nvPr/>
        </p:nvCxnSpPr>
        <p:spPr>
          <a:xfrm rot="16200000">
            <a:off x="6437376" y="1307592"/>
            <a:ext cx="0" cy="4087368"/>
          </a:xfrm>
          <a:prstGeom prst="line">
            <a:avLst/>
          </a:prstGeom>
          <a:ln cap="flat"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AA66CC-DB29-485E-9D0A-95B86B8A2FD8}"/>
              </a:ext>
            </a:extLst>
          </p:cNvPr>
          <p:cNvCxnSpPr>
            <a:cxnSpLocks/>
          </p:cNvCxnSpPr>
          <p:nvPr/>
        </p:nvCxnSpPr>
        <p:spPr>
          <a:xfrm rot="15720000">
            <a:off x="6642893" y="1753382"/>
            <a:ext cx="0" cy="37124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486D8-E8D4-4A17-B72C-9D0FD57751B8}"/>
              </a:ext>
            </a:extLst>
          </p:cNvPr>
          <p:cNvSpPr txBox="1"/>
          <p:nvPr/>
        </p:nvSpPr>
        <p:spPr>
          <a:xfrm>
            <a:off x="4147022" y="3138199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5D2-3DDE-4824-9910-4C01F66F5373}"/>
              </a:ext>
            </a:extLst>
          </p:cNvPr>
          <p:cNvSpPr txBox="1"/>
          <p:nvPr/>
        </p:nvSpPr>
        <p:spPr>
          <a:xfrm>
            <a:off x="4609041" y="36637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1810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1A29ED-91C2-4003-BAB0-37507A8F0905}"/>
              </a:ext>
            </a:extLst>
          </p:cNvPr>
          <p:cNvCxnSpPr>
            <a:cxnSpLocks/>
          </p:cNvCxnSpPr>
          <p:nvPr/>
        </p:nvCxnSpPr>
        <p:spPr>
          <a:xfrm rot="15780000">
            <a:off x="5953437" y="1115023"/>
            <a:ext cx="0" cy="50932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2AE6A-2E23-4DFF-AF4B-87DCCF64C47E}"/>
              </a:ext>
            </a:extLst>
          </p:cNvPr>
          <p:cNvSpPr txBox="1"/>
          <p:nvPr/>
        </p:nvSpPr>
        <p:spPr>
          <a:xfrm>
            <a:off x="3223799" y="37525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F35726-3CB0-4111-93E3-765E490B4D53}"/>
              </a:ext>
            </a:extLst>
          </p:cNvPr>
          <p:cNvCxnSpPr>
            <a:cxnSpLocks/>
          </p:cNvCxnSpPr>
          <p:nvPr/>
        </p:nvCxnSpPr>
        <p:spPr>
          <a:xfrm rot="15420000">
            <a:off x="6494209" y="1770862"/>
            <a:ext cx="0" cy="40782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1429D2-F831-41B0-AB27-9FAEEAF8DC84}"/>
              </a:ext>
            </a:extLst>
          </p:cNvPr>
          <p:cNvSpPr txBox="1"/>
          <p:nvPr/>
        </p:nvSpPr>
        <p:spPr>
          <a:xfrm>
            <a:off x="4296199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1830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4B49D8-7C38-42D3-A74E-D22CCB8020DE}"/>
              </a:ext>
            </a:extLst>
          </p:cNvPr>
          <p:cNvCxnSpPr>
            <a:cxnSpLocks/>
          </p:cNvCxnSpPr>
          <p:nvPr/>
        </p:nvCxnSpPr>
        <p:spPr>
          <a:xfrm rot="16500000">
            <a:off x="5711861" y="338104"/>
            <a:ext cx="0" cy="5559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28372E-BF83-4110-9187-4C15A8F4CC37}"/>
              </a:ext>
            </a:extLst>
          </p:cNvPr>
          <p:cNvSpPr txBox="1"/>
          <p:nvPr/>
        </p:nvSpPr>
        <p:spPr>
          <a:xfrm>
            <a:off x="2741243" y="266253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1840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C2D94-4E66-48EE-9C40-E3AD6CE67A62}"/>
              </a:ext>
            </a:extLst>
          </p:cNvPr>
          <p:cNvCxnSpPr>
            <a:cxnSpLocks/>
          </p:cNvCxnSpPr>
          <p:nvPr/>
        </p:nvCxnSpPr>
        <p:spPr>
          <a:xfrm rot="16020000">
            <a:off x="5709494" y="725923"/>
            <a:ext cx="0" cy="55412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E10EB-386C-4321-A497-02EE926E6762}"/>
              </a:ext>
            </a:extLst>
          </p:cNvPr>
          <p:cNvSpPr txBox="1"/>
          <p:nvPr/>
        </p:nvSpPr>
        <p:spPr>
          <a:xfrm>
            <a:off x="2741243" y="342770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1850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5FD1E9-F3C6-4E8A-B538-5E1FEFCF13E4}"/>
              </a:ext>
            </a:extLst>
          </p:cNvPr>
          <p:cNvCxnSpPr>
            <a:cxnSpLocks/>
          </p:cNvCxnSpPr>
          <p:nvPr/>
        </p:nvCxnSpPr>
        <p:spPr>
          <a:xfrm rot="16320000">
            <a:off x="4414459" y="-860215"/>
            <a:ext cx="0" cy="8138160"/>
          </a:xfrm>
          <a:prstGeom prst="line">
            <a:avLst/>
          </a:prstGeom>
          <a:ln w="25400">
            <a:solidFill>
              <a:srgbClr val="030D9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1D3E3E-79A7-4930-91B0-A0A104654A48}"/>
              </a:ext>
            </a:extLst>
          </p:cNvPr>
          <p:cNvSpPr txBox="1"/>
          <p:nvPr/>
        </p:nvSpPr>
        <p:spPr>
          <a:xfrm>
            <a:off x="151647" y="28558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30D99"/>
                </a:solidFill>
                <a:latin typeface="Gotham Narrow Book" pitchFamily="50" charset="0"/>
              </a:rPr>
              <a:t>1860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2A4F5-B099-4CE8-BB49-6E2EC28C4DEA}"/>
              </a:ext>
            </a:extLst>
          </p:cNvPr>
          <p:cNvCxnSpPr>
            <a:cxnSpLocks/>
          </p:cNvCxnSpPr>
          <p:nvPr/>
        </p:nvCxnSpPr>
        <p:spPr>
          <a:xfrm rot="17280000">
            <a:off x="6365838" y="443572"/>
            <a:ext cx="0" cy="4453128"/>
          </a:xfrm>
          <a:prstGeom prst="line">
            <a:avLst/>
          </a:prstGeom>
          <a:ln>
            <a:solidFill>
              <a:srgbClr val="137D0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24B22D-DF7A-4C7C-A712-797B2BE467B8}"/>
              </a:ext>
            </a:extLst>
          </p:cNvPr>
          <p:cNvSpPr txBox="1"/>
          <p:nvPr/>
        </p:nvSpPr>
        <p:spPr>
          <a:xfrm>
            <a:off x="4049532" y="176457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37D09"/>
                </a:solidFill>
                <a:latin typeface="Gotham Narrow Book" pitchFamily="50" charset="0"/>
              </a:rPr>
              <a:t>1870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7A1D86-C4CC-427A-AE3A-C4A334A24E86}"/>
              </a:ext>
            </a:extLst>
          </p:cNvPr>
          <p:cNvCxnSpPr>
            <a:cxnSpLocks/>
          </p:cNvCxnSpPr>
          <p:nvPr/>
        </p:nvCxnSpPr>
        <p:spPr>
          <a:xfrm rot="15660000">
            <a:off x="5586274" y="887349"/>
            <a:ext cx="0" cy="58521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D35375-95E6-4C1A-AF4C-7C041AE38CFC}"/>
              </a:ext>
            </a:extLst>
          </p:cNvPr>
          <p:cNvSpPr txBox="1"/>
          <p:nvPr/>
        </p:nvSpPr>
        <p:spPr>
          <a:xfrm>
            <a:off x="2503450" y="405362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1880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FFBF6D-A576-412D-8932-AA0AE81EE154}"/>
              </a:ext>
            </a:extLst>
          </p:cNvPr>
          <p:cNvCxnSpPr>
            <a:cxnSpLocks/>
          </p:cNvCxnSpPr>
          <p:nvPr/>
        </p:nvCxnSpPr>
        <p:spPr>
          <a:xfrm rot="16860000">
            <a:off x="6070762" y="434371"/>
            <a:ext cx="0" cy="4901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14E1FB-2D01-413D-A773-00AA82513CB0}"/>
              </a:ext>
            </a:extLst>
          </p:cNvPr>
          <p:cNvSpPr txBox="1"/>
          <p:nvPr/>
        </p:nvSpPr>
        <p:spPr>
          <a:xfrm>
            <a:off x="3472260" y="219985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1890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D6452-0E8B-4BA9-980C-47CB12F6DF2C}"/>
              </a:ext>
            </a:extLst>
          </p:cNvPr>
          <p:cNvCxnSpPr>
            <a:cxnSpLocks/>
          </p:cNvCxnSpPr>
          <p:nvPr/>
        </p:nvCxnSpPr>
        <p:spPr>
          <a:xfrm rot="15540000">
            <a:off x="7753762" y="2770709"/>
            <a:ext cx="0" cy="14721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5F927-AF34-4DC6-869B-214235FE1AD2}"/>
              </a:ext>
            </a:extLst>
          </p:cNvPr>
          <p:cNvSpPr txBox="1"/>
          <p:nvPr/>
        </p:nvSpPr>
        <p:spPr>
          <a:xfrm>
            <a:off x="6824185" y="344091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1900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D0A803-28CD-44B2-B2CF-87357E28E9DD}"/>
              </a:ext>
            </a:extLst>
          </p:cNvPr>
          <p:cNvCxnSpPr>
            <a:cxnSpLocks/>
          </p:cNvCxnSpPr>
          <p:nvPr/>
        </p:nvCxnSpPr>
        <p:spPr>
          <a:xfrm rot="16260000">
            <a:off x="6520964" y="1358568"/>
            <a:ext cx="0" cy="39227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C1ACF0-7E0B-4292-BCBA-F2F014231B88}"/>
              </a:ext>
            </a:extLst>
          </p:cNvPr>
          <p:cNvSpPr txBox="1"/>
          <p:nvPr/>
        </p:nvSpPr>
        <p:spPr>
          <a:xfrm>
            <a:off x="4389005" y="303607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A42AD-3121-455C-84F4-D66953B94EDC}"/>
              </a:ext>
            </a:extLst>
          </p:cNvPr>
          <p:cNvCxnSpPr>
            <a:cxnSpLocks/>
          </p:cNvCxnSpPr>
          <p:nvPr/>
        </p:nvCxnSpPr>
        <p:spPr>
          <a:xfrm rot="16260000">
            <a:off x="7982629" y="2859143"/>
            <a:ext cx="0" cy="987552"/>
          </a:xfrm>
          <a:prstGeom prst="line">
            <a:avLst/>
          </a:prstGeom>
          <a:ln w="25400">
            <a:solidFill>
              <a:srgbClr val="030D9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B9896C-DB0C-4AF2-9738-91CC9D2C1962}"/>
              </a:ext>
            </a:extLst>
          </p:cNvPr>
          <p:cNvSpPr txBox="1"/>
          <p:nvPr/>
        </p:nvSpPr>
        <p:spPr>
          <a:xfrm>
            <a:off x="7283809" y="3144415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30D99"/>
                </a:solidFill>
                <a:latin typeface="Gotham Narrow Book" pitchFamily="50" charset="0"/>
              </a:rPr>
              <a:t>1920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FDFBADE-AF95-487E-9CBB-4253FD3A3928}"/>
              </a:ext>
            </a:extLst>
          </p:cNvPr>
          <p:cNvCxnSpPr>
            <a:cxnSpLocks/>
          </p:cNvCxnSpPr>
          <p:nvPr/>
        </p:nvCxnSpPr>
        <p:spPr>
          <a:xfrm rot="15060000">
            <a:off x="7359470" y="2556614"/>
            <a:ext cx="0" cy="23774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0B2CCA-A9A7-4805-B539-D5B25B7E4210}"/>
              </a:ext>
            </a:extLst>
          </p:cNvPr>
          <p:cNvSpPr txBox="1"/>
          <p:nvPr/>
        </p:nvSpPr>
        <p:spPr>
          <a:xfrm>
            <a:off x="6036061" y="391774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1930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544ED1-A807-4AE2-9E89-DDC55DF47483}"/>
              </a:ext>
            </a:extLst>
          </p:cNvPr>
          <p:cNvCxnSpPr>
            <a:cxnSpLocks/>
          </p:cNvCxnSpPr>
          <p:nvPr/>
        </p:nvCxnSpPr>
        <p:spPr>
          <a:xfrm rot="14340000">
            <a:off x="7817942" y="2976281"/>
            <a:ext cx="0" cy="15361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C13D7A-F711-4C4D-B3B7-817FDB6B193C}"/>
              </a:ext>
            </a:extLst>
          </p:cNvPr>
          <p:cNvSpPr txBox="1"/>
          <p:nvPr/>
        </p:nvSpPr>
        <p:spPr>
          <a:xfrm>
            <a:off x="6925912" y="3928651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1940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DA0B73-6001-409A-8D3B-B4267FF3AA77}"/>
              </a:ext>
            </a:extLst>
          </p:cNvPr>
          <p:cNvCxnSpPr>
            <a:cxnSpLocks/>
          </p:cNvCxnSpPr>
          <p:nvPr/>
        </p:nvCxnSpPr>
        <p:spPr>
          <a:xfrm rot="15600000">
            <a:off x="5770302" y="1078152"/>
            <a:ext cx="0" cy="54955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00F7C3E-4629-4D43-BD5F-776EA444CC2B}"/>
              </a:ext>
            </a:extLst>
          </p:cNvPr>
          <p:cNvSpPr txBox="1"/>
          <p:nvPr/>
        </p:nvSpPr>
        <p:spPr>
          <a:xfrm>
            <a:off x="2871562" y="4083336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1950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00A924-907E-4558-8AFA-3E5703C1EB2B}"/>
              </a:ext>
            </a:extLst>
          </p:cNvPr>
          <p:cNvCxnSpPr>
            <a:cxnSpLocks/>
          </p:cNvCxnSpPr>
          <p:nvPr/>
        </p:nvCxnSpPr>
        <p:spPr>
          <a:xfrm rot="15180000">
            <a:off x="6175750" y="1647023"/>
            <a:ext cx="0" cy="48097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FF9EC85-23FF-4F8C-A1C3-B7BB6D8DD208}"/>
              </a:ext>
            </a:extLst>
          </p:cNvPr>
          <p:cNvSpPr txBox="1"/>
          <p:nvPr/>
        </p:nvSpPr>
        <p:spPr>
          <a:xfrm>
            <a:off x="3682612" y="453067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1960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CC8B19-7D38-443F-8A1D-EB8B36CD02F2}"/>
              </a:ext>
            </a:extLst>
          </p:cNvPr>
          <p:cNvCxnSpPr>
            <a:cxnSpLocks/>
          </p:cNvCxnSpPr>
          <p:nvPr/>
        </p:nvCxnSpPr>
        <p:spPr>
          <a:xfrm rot="15060000">
            <a:off x="7115493" y="2386014"/>
            <a:ext cx="0" cy="28803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5E1935A-B115-4CA9-BE1C-2BF8C5EEA2F6}"/>
              </a:ext>
            </a:extLst>
          </p:cNvPr>
          <p:cNvSpPr txBox="1"/>
          <p:nvPr/>
        </p:nvSpPr>
        <p:spPr>
          <a:xfrm>
            <a:off x="5567252" y="4083850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1970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18DCE78-F3C0-4555-AAAE-1DE8FEF398C1}"/>
              </a:ext>
            </a:extLst>
          </p:cNvPr>
          <p:cNvCxnSpPr>
            <a:cxnSpLocks/>
          </p:cNvCxnSpPr>
          <p:nvPr/>
        </p:nvCxnSpPr>
        <p:spPr>
          <a:xfrm rot="14700000">
            <a:off x="6086033" y="1828795"/>
            <a:ext cx="0" cy="5276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6D4F660-D6D5-49D5-95A3-0055BF78CD37}"/>
              </a:ext>
            </a:extLst>
          </p:cNvPr>
          <p:cNvSpPr txBox="1"/>
          <p:nvPr/>
        </p:nvSpPr>
        <p:spPr>
          <a:xfrm>
            <a:off x="3489678" y="535960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1980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A06773A-2DC0-4D31-8B1F-68E8EECDD048}"/>
              </a:ext>
            </a:extLst>
          </p:cNvPr>
          <p:cNvCxnSpPr>
            <a:cxnSpLocks/>
          </p:cNvCxnSpPr>
          <p:nvPr/>
        </p:nvCxnSpPr>
        <p:spPr>
          <a:xfrm rot="14580000">
            <a:off x="6697509" y="2257269"/>
            <a:ext cx="0" cy="39867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63FCD-5AD0-446C-BC68-B108477241C7}"/>
              </a:ext>
            </a:extLst>
          </p:cNvPr>
          <p:cNvSpPr txBox="1"/>
          <p:nvPr/>
        </p:nvSpPr>
        <p:spPr>
          <a:xfrm>
            <a:off x="4701712" y="4936383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1990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2B438A-1597-462A-878B-8B678DCEC1DC}"/>
              </a:ext>
            </a:extLst>
          </p:cNvPr>
          <p:cNvCxnSpPr>
            <a:cxnSpLocks/>
          </p:cNvCxnSpPr>
          <p:nvPr/>
        </p:nvCxnSpPr>
        <p:spPr>
          <a:xfrm rot="15000000">
            <a:off x="6828786" y="2203355"/>
            <a:ext cx="0" cy="35021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394C717-F125-444A-830D-7530DE7566E5}"/>
              </a:ext>
            </a:extLst>
          </p:cNvPr>
          <p:cNvSpPr txBox="1"/>
          <p:nvPr/>
        </p:nvSpPr>
        <p:spPr>
          <a:xfrm>
            <a:off x="4954754" y="433845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2000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0ADED9A-3097-45D1-B4D0-E954FF04A7EA}"/>
              </a:ext>
            </a:extLst>
          </p:cNvPr>
          <p:cNvCxnSpPr>
            <a:cxnSpLocks/>
          </p:cNvCxnSpPr>
          <p:nvPr/>
        </p:nvCxnSpPr>
        <p:spPr>
          <a:xfrm rot="14280000">
            <a:off x="7467553" y="2787832"/>
            <a:ext cx="0" cy="23682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46216A-AE7C-4A36-B92F-A1C80B298B24}"/>
              </a:ext>
            </a:extLst>
          </p:cNvPr>
          <p:cNvSpPr txBox="1"/>
          <p:nvPr/>
        </p:nvSpPr>
        <p:spPr>
          <a:xfrm>
            <a:off x="6230290" y="437851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otham Narrow Book" pitchFamily="50" charset="0"/>
              </a:rPr>
              <a:t>2010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DFD39BF-B6DF-4C91-8524-67551646375E}"/>
              </a:ext>
            </a:extLst>
          </p:cNvPr>
          <p:cNvCxnSpPr>
            <a:cxnSpLocks/>
          </p:cNvCxnSpPr>
          <p:nvPr/>
        </p:nvCxnSpPr>
        <p:spPr>
          <a:xfrm rot="14040000">
            <a:off x="7991323" y="3100889"/>
            <a:ext cx="0" cy="1197864"/>
          </a:xfrm>
          <a:prstGeom prst="line">
            <a:avLst/>
          </a:prstGeom>
          <a:ln>
            <a:solidFill>
              <a:srgbClr val="137D09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808F82C-3FDD-429F-86BA-1FCA22E60D9E}"/>
              </a:ext>
            </a:extLst>
          </p:cNvPr>
          <p:cNvSpPr txBox="1"/>
          <p:nvPr/>
        </p:nvSpPr>
        <p:spPr>
          <a:xfrm>
            <a:off x="7257228" y="3816914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37D09"/>
                </a:solidFill>
                <a:latin typeface="Gotham Narrow Book" pitchFamily="50" charset="0"/>
              </a:rPr>
              <a:t>2020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49A20-CDD8-4E59-A577-7C5E126A539F}"/>
              </a:ext>
            </a:extLst>
          </p:cNvPr>
          <p:cNvSpPr txBox="1"/>
          <p:nvPr/>
        </p:nvSpPr>
        <p:spPr>
          <a:xfrm>
            <a:off x="2454411" y="1001487"/>
            <a:ext cx="423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Mean Center of Population Shift for the United States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147538-A302-4DEB-81BC-E5D4AA61C55F}"/>
              </a:ext>
            </a:extLst>
          </p:cNvPr>
          <p:cNvSpPr txBox="1"/>
          <p:nvPr/>
        </p:nvSpPr>
        <p:spPr>
          <a:xfrm>
            <a:off x="2454411" y="1273295"/>
            <a:ext cx="423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Between Decades: 1790 to 2020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151AFD-8B54-4ABD-A6DA-CE2BC45B127F}"/>
              </a:ext>
            </a:extLst>
          </p:cNvPr>
          <p:cNvSpPr txBox="1"/>
          <p:nvPr/>
        </p:nvSpPr>
        <p:spPr>
          <a:xfrm>
            <a:off x="8577557" y="2917392"/>
            <a:ext cx="475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Gotham Narrow Book" pitchFamily="50" charset="0"/>
              </a:rPr>
              <a:t>2010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82F3A0-924F-4AF1-AAD0-D1741CE0EA2D}"/>
              </a:ext>
            </a:extLst>
          </p:cNvPr>
          <p:cNvCxnSpPr>
            <a:cxnSpLocks/>
          </p:cNvCxnSpPr>
          <p:nvPr/>
        </p:nvCxnSpPr>
        <p:spPr>
          <a:xfrm rot="17280000">
            <a:off x="5581207" y="-327782"/>
            <a:ext cx="0" cy="5486400"/>
          </a:xfrm>
          <a:prstGeom prst="line">
            <a:avLst/>
          </a:prstGeom>
          <a:ln w="25400" cap="flat">
            <a:solidFill>
              <a:srgbClr val="137D09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03C7D35-0CCA-4831-A531-9FE5D6A6B02A}"/>
              </a:ext>
            </a:extLst>
          </p:cNvPr>
          <p:cNvSpPr txBox="1"/>
          <p:nvPr/>
        </p:nvSpPr>
        <p:spPr>
          <a:xfrm rot="1027871">
            <a:off x="3262792" y="1637754"/>
            <a:ext cx="9753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137D09"/>
                </a:solidFill>
                <a:latin typeface="Gotham Narrow Book" pitchFamily="50" charset="0"/>
              </a:rPr>
              <a:t>Most Northerly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58DB91-9D2F-478B-93DD-4CA851C13C48}"/>
              </a:ext>
            </a:extLst>
          </p:cNvPr>
          <p:cNvSpPr txBox="1"/>
          <p:nvPr/>
        </p:nvSpPr>
        <p:spPr>
          <a:xfrm rot="154943">
            <a:off x="1028119" y="2925086"/>
            <a:ext cx="9647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30D99"/>
                </a:solidFill>
                <a:latin typeface="Gotham Narrow Book" pitchFamily="50" charset="0"/>
              </a:rPr>
              <a:t>Greatest Distance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CC4F86-F76B-4CD0-8766-96AE8F570FA4}"/>
              </a:ext>
            </a:extLst>
          </p:cNvPr>
          <p:cNvSpPr txBox="1"/>
          <p:nvPr/>
        </p:nvSpPr>
        <p:spPr>
          <a:xfrm rot="120000">
            <a:off x="7402509" y="2785972"/>
            <a:ext cx="965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30D99"/>
                </a:solidFill>
                <a:latin typeface="Gotham Narrow Book" pitchFamily="50" charset="0"/>
              </a:rPr>
              <a:t>Shortest Distance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C76CF84-7E5B-439F-BC8C-FBA279552D6C}"/>
              </a:ext>
            </a:extLst>
          </p:cNvPr>
          <p:cNvCxnSpPr>
            <a:cxnSpLocks/>
          </p:cNvCxnSpPr>
          <p:nvPr/>
        </p:nvCxnSpPr>
        <p:spPr>
          <a:xfrm flipH="1">
            <a:off x="7507062" y="2942955"/>
            <a:ext cx="132508" cy="252650"/>
          </a:xfrm>
          <a:prstGeom prst="straightConnector1">
            <a:avLst/>
          </a:prstGeom>
          <a:ln w="9525">
            <a:solidFill>
              <a:srgbClr val="030D99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D721F5-1FC3-480B-BBE2-0F7095E1EDCC}"/>
              </a:ext>
            </a:extLst>
          </p:cNvPr>
          <p:cNvCxnSpPr>
            <a:cxnSpLocks/>
          </p:cNvCxnSpPr>
          <p:nvPr/>
        </p:nvCxnSpPr>
        <p:spPr>
          <a:xfrm rot="14040000">
            <a:off x="7367763" y="3073727"/>
            <a:ext cx="0" cy="2148840"/>
          </a:xfrm>
          <a:prstGeom prst="line">
            <a:avLst/>
          </a:prstGeom>
          <a:ln w="25400">
            <a:solidFill>
              <a:srgbClr val="137D09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 descr="A picture containing logo&#10;&#10;Description automatically generated">
            <a:extLst>
              <a:ext uri="{FF2B5EF4-FFF2-40B4-BE49-F238E27FC236}">
                <a16:creationId xmlns:a16="http://schemas.microsoft.com/office/drawing/2014/main" id="{5811774B-7E74-4FCE-89C3-518DB4E0F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604" y="2911782"/>
            <a:ext cx="883922" cy="88392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2C099A2-267B-4917-BC59-FA6B1DF679A4}"/>
              </a:ext>
            </a:extLst>
          </p:cNvPr>
          <p:cNvSpPr txBox="1"/>
          <p:nvPr/>
        </p:nvSpPr>
        <p:spPr>
          <a:xfrm rot="19423046">
            <a:off x="6470922" y="4287449"/>
            <a:ext cx="876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137D09"/>
                </a:solidFill>
                <a:latin typeface="Gotham Narrow Book" pitchFamily="50" charset="0"/>
              </a:rPr>
              <a:t>Most Southerly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88AB1A-31BC-4D0D-8512-6C079665947B}"/>
              </a:ext>
            </a:extLst>
          </p:cNvPr>
          <p:cNvSpPr txBox="1"/>
          <p:nvPr/>
        </p:nvSpPr>
        <p:spPr>
          <a:xfrm>
            <a:off x="8322091" y="2710368"/>
            <a:ext cx="262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Gotham Narrow Book" pitchFamily="50" charset="0"/>
              </a:rPr>
              <a:t>N</a:t>
            </a:r>
          </a:p>
        </p:txBody>
      </p:sp>
      <p:pic>
        <p:nvPicPr>
          <p:cNvPr id="6" name="Picture 5" descr="Logo&#10;&#10;Description automatically generated with low confidence">
            <a:extLst>
              <a:ext uri="{FF2B5EF4-FFF2-40B4-BE49-F238E27FC236}">
                <a16:creationId xmlns:a16="http://schemas.microsoft.com/office/drawing/2014/main" id="{8051C9C9-B7CF-4B6F-AB66-721BE86E9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12" y="5423005"/>
            <a:ext cx="914400" cy="5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00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</TotalTime>
  <Words>715</Words>
  <Application>Microsoft Office PowerPoint</Application>
  <PresentationFormat>On-screen Show (4:3)</PresentationFormat>
  <Paragraphs>399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Gotham Narrow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 Cockerham (CENSUS/GEO FED)</dc:creator>
  <cp:lastModifiedBy>Linda H Orsini (CENSUS/GEO FED)</cp:lastModifiedBy>
  <cp:revision>44</cp:revision>
  <dcterms:created xsi:type="dcterms:W3CDTF">2021-09-21T19:25:35Z</dcterms:created>
  <dcterms:modified xsi:type="dcterms:W3CDTF">2021-11-10T20:50:58Z</dcterms:modified>
</cp:coreProperties>
</file>